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70" d="100"/>
          <a:sy n="70" d="100"/>
        </p:scale>
        <p:origin x="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5:46:40.01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5:26:46.670"/>
    </inkml:context>
    <inkml:brush xml:id="br0">
      <inkml:brushProperty name="width" value="0.10583" units="cm"/>
      <inkml:brushProperty name="height" value="0.10583" units="cm"/>
      <inkml:brushProperty name="color" value="#E71224"/>
    </inkml:brush>
  </inkml:definitions>
  <inkml:trace contextRef="#ctx0" brushRef="#br0">1 1 24575,'5'4'0,"1"1"0,-1-1 0,1 1 0,0-1 0,0-1 0,0 1 0,1-1 0,-1-1 0,1 1 0,0-1 0,0 0 0,0 0 0,12 1 0,9-1 0,0-1 0,34-3 0,-14 0 0,891 1 0,-486 2 0,-435 0 0,0 1 0,0 2 0,0-1 0,-1 2 0,1 0 0,-1 2 0,0-1 0,-1 2 0,21 12 0,4 8 0,-29-20 0,0 1 0,23 11 0,-21-13 0,0 1 0,20 15 0,-21-13 0,1-1 0,21 11 0,119 63 0,-142-76 0,-1 2 0,15 14 0,-18-16 0,0 0 0,0 0 0,1 0 0,0-1 0,11 5 0,-5-3 0,0 1 0,-1 1 0,-1 0 0,20 18 0,14 11 0,-6-12 0,66 32 0,-71-41 0,-1 2 0,0 1 0,36 30 0,-62-43 0,1 0 0,0-1 0,0 0 0,0 0 0,1-1 0,22 9 0,-21-10 0,0 1 0,0 0 0,0 1 0,-1 0 0,0 1 0,16 15 0,56 62 0,-79-80 0,2 2 0,-1 0 0,0 0 0,0 1 0,-1-1 0,0 1 0,-1 0 0,1 0 0,3 17 0,-1 1 0,3 43 0,-7-57 0,1 1 0,1-1 0,0 0 0,0 0 0,1 0 0,11 17 0,3 11 0,138 285 0,-150-309 0,-1 0 0,0 0 0,-1 1 0,-1-1 0,2 21 0,-3-17 0,1-1 0,1 0 0,11 28 0,4-3 0,5 10 0,-2 1 0,27 95 0,-43-124 0,20 44 0,-13-34 0,9 24 0,-2 1 0,21 108 0,-26-96 0,41 115 0,-34-118 0,-15-42 0,-2 1 0,3 34 0,4 19 0,11 87 0,-24-163 0,5 28 0,12 43 0,3 12 0,-16-61 0,40 222 0,-26-187 0,-12-46 0,-1 0 0,-1 1 0,0 0 0,2 33 0,-5-7 0,9 60 0,-3-40 0,-3 0 0,-5 85 0,-1-44 0,2 314 0,2-393 0,1-1 0,1 1 0,10 37 0,-7-35 0,-1 1 0,4 39 0,-9-51 0,2 0 0,0-1 0,11 32 0,-1-1 0,-9-24 0,0-1 0,0 43 0,-4-37 0,7 34 0,-1-16 0,-3 1 0,-2 60 0,2 33 0,10-59 0,-5-30 0,4 12 0,27 79 0,-27-100 0,-4-19 0,14 30 0,-15-37 0,0 0 0,-1 0 0,0 0 0,5 30 0,-5 1 0,-1-4 0,18 66 0,-17-80 0,-2-1 0,0 1 0,-2 0 0,-1 0 0,-6 56 0,-16 48 0,18-116 0,-1 0 0,-10 24 0,9-26 0,0 1 0,0-1 0,-1 18 0,-16 89 0,13-83 0,3 1 0,-5 69 0,12 1521 0,-4-1581 0,-2 1 0,-19 81 0,16-96 0,-1 8 0,1 1 0,-2 69 0,9 762 0,3-400 0,-2 453 0,-1-902 0,-2 0 0,-6 28 0,1-6 0,-1 6 0,3-24 0,2 1 0,-1 31 0,7 8 0,-3 59 0,-1-119 0,-1 1 0,0-1 0,0 1 0,-1-1 0,0 0 0,-1-1 0,0 1 0,-1-1 0,-7 10 0,-14 27 0,19-34 0,1 0 0,-12 13 0,11-16 0,1 0 0,1 1 0,0-1 0,-7 17 0,-17 37 0,18-39 0,-14 41 0,23-58 0,0 0 0,0 1 0,-1-1 0,0-1 0,-1 1 0,-8 10 0,-37 35 0,19-21 0,21-20 0,0 0 0,0-1 0,-1 0 0,-1-1 0,1 0 0,-1-1 0,-1 0 0,0-1 0,-20 9 0,-11 0 0,-36 10 0,69-23 0,0 1 0,1 0 0,-12 7 0,14-7 0,-1 0 0,0 0 0,0 0 0,-1-1 0,-9 2 0,-11 1 0,0 1 0,0 2 0,1 1 0,1 1 0,-35 19 0,34-17 0,-40 13 0,18-9 0,-297 109 0,333-119 0,0 0 0,0 1 0,0 1 0,-20 16 0,16-12 0,-16 10 0,26-19 0,1 1 0,-1 1 0,1 0 0,0 0 0,1 0 0,-1 1 0,-5 8 0,-29 41 0,23-29 0,-1-1 0,-26 26 0,35-42 0,1 1 0,-18 23 0,25-29 0,0 0 0,0 0 0,1 0 0,0 1 0,0-1 0,0 1 0,0 0 0,1-1 0,0 1 0,-1 8 0,2 92 58,2-57-1481,-2-29-5403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5:28:36.34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1 215 24044,'1193'0'0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5:29:10.216"/>
    </inkml:context>
    <inkml:brush xml:id="br0">
      <inkml:brushProperty name="width" value="0.10583" units="cm"/>
      <inkml:brushProperty name="height" value="0.10583" units="cm"/>
      <inkml:brushProperty name="color" value="#F6630D"/>
    </inkml:brush>
  </inkml:definitions>
  <inkml:trace contextRef="#ctx0" brushRef="#br0">5914 12394 24575,'4'0'0,"-1"0"0,1 0 0,-1 0 0,1-1 0,0 1 0,-1-1 0,0 0 0,1 0 0,-1 0 0,4-2 0,-5 1 0,0 1 0,0 0 0,-1-1 0,1 0 0,-1 1 0,1-1 0,-1 0 0,0 1 0,1-1 0,-1 0 0,0 0 0,0 0 0,-1 0 0,1 0 0,0-1 0,-1 1 0,1-3 0,2-10 0,-2 0 0,0 0 0,-1-21 0,0 22 0,-1 0 0,2 1 0,0-1 0,5-20 0,0-2 0,0 0 0,-3 0 0,-1 0 0,-4-59 0,0 16 0,3 45 0,0 25 0,0-1 0,-1 1 0,0-1 0,0 1 0,-1-1 0,-1 1 0,0-1 0,0 1 0,-7-18 0,-1 5 0,0-1 0,1 0 0,1 0 0,-8-48 0,-16-45 0,1 3 0,21 63 0,-4-12 0,4-2 0,-5-103 0,15 87 0,2-113 0,3 146 0,17-70 0,-6 42 0,-7 25 0,-2 0 0,1-51 0,-9-339 0,3 399 0,2 1 0,12-53 0,-7 47 0,4-68 0,-8 41 0,16-82 0,18-24 0,-22 93 0,-7 38 0,7-76 0,-16 98 0,13-170 0,-6 103 0,-6 50 0,2 1 0,14-60 0,21-115 0,-34 143 0,-4-103 0,-3 71 0,3 21 0,-3-95 0,2 178 0,0 0 0,-1 0 0,1 0 0,-1 0 0,1 0 0,-1 0 0,0 0 0,0 0 0,0 0 0,0 0 0,0 0 0,0 0 0,-1 1 0,1-1 0,-1 0 0,1 1 0,-1-1 0,1 1 0,-1 0 0,0-1 0,0 1 0,0 0 0,0 0 0,1 0 0,-1 1 0,0-1 0,-1 0 0,1 1 0,0-1 0,0 1 0,0 0 0,-3-1 0,1 1 0,0 0 0,1 0 0,-1 0 0,0 1 0,0-1 0,1 1 0,-1 0 0,1 0 0,-1 0 0,1 1 0,-1-1 0,1 1 0,0 0 0,0 0 0,0 0 0,0 0 0,0 0 0,-4 5 0,-1 3 0,1 1 0,0 0 0,1 1 0,0-1 0,0 1 0,-7 25 0,5-6 0,-8 54 0,15-76 0,0-1 0,0 1 0,0 0 0,-1 0 0,0-1 0,0 1 0,-1-1 0,0 1 0,-1-1 0,0 0 0,0-1 0,-7 11 0,-21 20 0,-38 35 0,46-50 0,1 0 0,1 2 0,2 0 0,-34 54 0,49-68 0,0-1 0,1 1 0,0 0 0,0 0 0,1 0 0,1 1 0,-1 13 0,-5 16 0,-1 0 0,-2-1 0,-19 47 0,-6-9 0,22-51 0,-12 35 0,21-50 0,0 0 0,-1 0 0,0 0 0,-1-1 0,0 0 0,-17 19 0,-60 52 0,20-22 0,37-33 0,-7 9 0,-1-1 0,-2-2 0,-54 37 0,54-46 0,-104 72 0,125-84 0,-1-1 0,0-1 0,0-1 0,-1 0 0,0-1 0,0-1 0,-33 8 0,19-8 0,0-2 0,0-1 0,-60-2 0,19-1 0,31 0 0,-77-7 0,92-1 0,1 0 0,0-1 0,1-2 0,-41-21 0,23 7 0,30 16 0,-1 0 0,-1 1 0,-19-7 0,8 4 0,1-2 0,0-1 0,0-1 0,-41-31 0,35 24 0,21 14 0,-1 1 0,0 1 0,-14-5 0,17 7 0,-1-1 0,1 1 0,0-1 0,0 0 0,1-1 0,-1 0 0,-10-10 0,-8-8 0,0 2 0,-38-25 0,17 14 0,15 6 0,1-1 0,-30-35 0,7 8 0,-12-3 0,43 39 0,1-1 0,-29-33 0,12 7 0,7 8 0,-44-64 0,64 84 0,-1 0 0,-17-17 0,18 21 0,0 0 0,1-1 0,1 0 0,-9-16 0,9 14 0,0 0 0,-1 1 0,-14-14 0,13 15 0,0-1 0,-20-33 0,25 37 0,-1-1 0,0 1 0,-1 1 0,0 0 0,-1 0 0,-13-9 0,8 5 0,1 0 0,-14-15 0,-7-17 0,-41-68 0,65 97 0,-21-25 0,2 3 0,-13-15 0,32 43 0,1-1 0,0 0 0,1-1 0,1 0 0,-13-25 0,12 16 0,-2 1 0,-1 0 0,-17-25 0,-50-55 0,34 46 0,29 35 0,8 11 0,1 1 0,0-2 0,0 1 0,1-1 0,0 0 0,1 0 0,0-1 0,0 1 0,-5-20 0,8 19 0,-1 0 0,0 1 0,-1-1 0,0 0 0,-1 1 0,0 0 0,-6-9 0,-51-65 0,1 1 0,52 71 0,1 1 0,-2 0 0,1 1 0,-2 0 0,-11-9 0,12 10 0,0 0 0,0-1 0,0 0 0,1 0 0,-13-22 0,-30-58 0,16 40 0,27 33 0,0 1 0,-2-1 0,1 2 0,-2-1 0,0 2 0,-28-26 0,32 33 0,1 0 0,-1-1 0,2 0 0,-1-1 0,1 1 0,-6-12 0,7 12 0,0 0 0,0 0 0,-1 1 0,1 0 0,-2 0 0,1 0 0,-1 1 0,-9-7 0,8 7 0,1-1 0,-1 1 0,1-1 0,1-1 0,-1 1 0,1-1 0,1 0 0,-7-11 0,7 9 0,-1 1 0,-1 0 0,0 0 0,0 0 0,-1 1 0,-9-8 0,7 8 0,2 3 0,1-1 0,-1-1 0,1 1 0,0-1 0,0-1 0,-8-11 0,-45-69 0,-30-49 0,-20-30 0,81 113 0,23 42 0,0-1 0,-1 1 0,0 0 0,-1 1 0,0 0 0,-1 0 0,-10-10 0,-141-132 0,140 135 0,14 12 0,0 0 0,0 1 0,-1 0 0,0 0 0,0 0 0,-15-7 0,-6-1 0,-37-22 0,31 15 0,-16-13 0,-9-5 0,53 35 0,1 1 0,-1-1 0,1 1 0,-1 1 0,0-1 0,1 1 0,-1 0 0,0 0 0,0 0 0,-8 1 0,11 0 0,1 0 0,-1 1 0,1-1 0,-1 1 0,0 0 0,1 0 0,-1 0 0,1 0 0,0 0 0,-1 0 0,1 1 0,0-1 0,0 1 0,0 0 0,0-1 0,0 1 0,0 0 0,0 0 0,1 0 0,-1 1 0,1-1 0,-1 0 0,1 0 0,0 1 0,-1 2 0,-3 8 0,2 0 0,-4 20 0,-7 19 0,2-17 0,-27 70 0,29-79 0,9-21 0,-1 0 0,1-1 0,-1 1 0,0 0 0,-1 0 0,1-1 0,-1 1 0,0-1 0,0 0 0,0 0 0,-1 0 0,-7 6 0,-9 3 0,-2-1 0,1-1 0,-1-1 0,-1-1 0,0-1 0,0-1 0,-27 4 0,70-13 0,39 3 0,-13 0 0,1-3 0,-25 1 0,0 0 0,0 2 0,42 6 0,-56-5 0,-1 1 0,1 0 0,0 0 0,-1 1 0,0 0 0,0 1 0,0 0 0,10 9 0,1 2 0,26 32 0,-30-32 0,-3-5 0,-1 0 0,-1 1 0,0 0 0,0 1 0,-1 0 0,-1 0 0,0 1 0,9 25 0,-10-17 0,1-1 0,2 0 0,0 0 0,1-1 0,1 0 0,16 21 0,-6-14 0,-17-23 0,0 0 0,0 1 0,-1 0 0,1-1 0,-1 1 0,0 1 0,-1-1 0,1 0 0,-1 1 0,0-1 0,0 1 0,1 7 0,3 17 0,1-1 0,1 0 0,2-1 0,1 0 0,1-1 0,18 31 0,3 9 0,-24-46 0,1-1 0,1 1 0,1-2 0,0 1 0,19 20 0,5 1 0,-19-20 0,2-2 0,39 34 0,-41-39 0,-1 1 0,20 23 0,-25-25 0,1-1 0,0 1 0,1-2 0,28 20 0,-31-24 0,-1 0 0,0 1 0,0 0 0,-1 1 0,0 0 0,-1 0 0,0 0 0,10 19 0,-7-12 0,1-1 0,16 19 0,-17-23 0,-1 0 0,0 2 0,8 13 0,-10-13 0,2 0 0,-1-1 0,12 12 0,7 7 0,-1 1 0,-2 0 0,24 43 0,-21-38 0,-19-28 0,-2-1 0,0 1 0,0 0 0,6 13 0,-1-1 0,20 33 0,3 3 0,-8 7 0,-11-23 0,-7-20 0,-2 0 0,7 38 0,-5-18 0,-3-12 0,-2 0 0,-1 0 0,-1 1 0,-4 31 0,3 61 0,1-114 0,0 0 0,1-1 0,0 1 0,0-1 0,1 0 0,0 0 0,0 1 0,0-2 0,1 1 0,0 0 0,1-1 0,-1 0 0,1 0 0,7 6 0,-12-12 0,0 0 0,0 1 0,0-1 0,1 0 0,-1 0 0,0 0 0,0 0 0,0 0 0,0 0 0,1 0 0,-1 0 0,0 0 0,0 0 0,0 0 0,1 1 0,-1-1 0,0 0 0,0 0 0,1-1 0,-1 1 0,0 0 0,0 0 0,0 0 0,1 0 0,-1 0 0,0 0 0,0 0 0,0 0 0,1 0 0,-1 0 0,0 0 0,0-1 0,0 1 0,0 0 0,1 0 0,-1 0 0,0 0 0,0-1 0,4-10 0,-2-15 0,-2 25 0,1-6 0,-1 0 0,0 0 0,-1-1 0,1 1 0,-1 0 0,0 0 0,-1 0 0,0 0 0,0 0 0,-1 1 0,1-1 0,-1 0 0,-1 1 0,1 0 0,-1 0 0,-7-9 0,10 15 0,1 0 0,0-1 0,-1 1 0,1 0 0,0 0 0,-1-1 0,1 1 0,0 0 0,0-1 0,-1 1 0,1-1 0,0 1 0,0 0 0,0-1 0,-1 1 0,1-1 0,0 1 0,0-1 0,0 1 0,0 0 0,0-1 0,0 1 0,0-1 0,0 1 0,0-1 0,0 1 0,0-1 0,1 0 0,11-4 0,26 5 0,-31 0 0,386 3 0,-271-4 0,-117 1 0,0 1 0,0-1 0,0 1 0,0-1 0,0 1 0,0 1 0,0-1 0,-1 1 0,1 0 0,0 0 0,-1 0 0,0 0 0,1 1 0,-1 0 0,4 4 0,-1-1 0,-1 1 0,0 0 0,-1 0 0,0 0 0,0 1 0,0 0 0,5 13 0,-3-2 0,0 1 0,6 28 0,-10-34 0,0 0 0,2 1 0,-1-1 0,2-1 0,0 1 0,14 22 0,87 103 0,-97-128 0,2 0 0,-1-2 0,1 1 0,1-1 0,-1-1 0,2 0 0,13 5 0,107 39 0,-67-27 0,-53-20 0,1-1 0,-1-1 0,1 0 0,0 0 0,18-1 0,77-3 0,-44-1 0,-62 2 0,7 0 0,0 0 0,1-1 0,-1 0 0,12-3 0,-20 3 0,0 0 0,0 0 0,0 0 0,0-1 0,0 1 0,0-1 0,0 1 0,-1-1 0,1 0 0,-1 0 0,1-1 0,-1 1 0,0 0 0,0-1 0,0 1 0,0-1 0,0 0 0,2-5 0,5-13 0,7-28 0,0 0 0,-12 36 0,0 0 0,-1 0 0,0 0 0,-1-1 0,0-14 0,-4-71 0,1 38 0,-1 35 0,-1-1 0,-1 1 0,-1-1 0,-2 1 0,0 1 0,-2-1 0,-17-34 0,-8-6 0,18 38 0,1-1 0,-16-47 0,17 23 0,10 37 0,0-1 0,-1 1 0,-1 0 0,-10-20 0,0 9 0,2 0 0,1-1 0,1 0 0,-10-38 0,5 4 0,-2 1 0,-37-81 0,27 77 0,3 5 0,-56-94 0,55 107 0,22 35 0,-1 1 0,0 1 0,-1-1 0,0 1 0,0 1 0,-13-13 0,-12-5 0,21 18 0,0 0 0,1 0 0,0-1 0,-12-16 0,6 6 0,-27-27 0,5 5 0,29 30 0,0 0 0,1-1 0,-11-26 0,-11-18 0,-1 12 0,-30-50 0,25 29 0,15 31 0,2-1 0,-16-43 0,21 25 0,11 41 0,0 0 0,-1-1 0,-9-18 0,-3-4 0,10 20 0,-1 0 0,-11-16 0,-10-15 0,1-1 0,-39-100 0,21 41 0,24 59 0,-20-63 0,23 21 0,11 47 0,1-7 0,2-1 0,5-88 0,1 48 0,-3 21 0,2-81 0,2 135 0,0 1 0,1-1 0,10-27 0,6-21 0,-16 47 0,0 0 0,1 0 0,1 1 0,1 0 0,12-20 0,10-28 0,3-4 0,31-56 0,-38 77 0,32-84 0,-44 81 0,-11 37 0,1 0 0,8-21 0,7-9 0,35-94 0,-37 89 0,3 0 0,38-73 0,63-82 0,-94 161 0,8-4 0,-26 38 0,-2-1 0,1 1 0,-1-1 0,-1-1 0,0 1 0,0-1 0,5-14 0,-6 11 0,1 0 0,0 1 0,1 0 0,0 0 0,12-17 0,46-49 0,-63 76 0,13-15 0,-1-2 0,14-24 0,-14 21 0,20-26 0,-24 37 0,0 0 0,-1-1 0,-1-1 0,0 1 0,-1-1 0,0 0 0,6-21 0,-7 19 0,1 0 0,1 1 0,0-1 0,1 2 0,14-21 0,12-20 0,-26 38 0,-1 0 0,5-20 0,-6 17 0,13-26 0,-9 26 0,-1-1 0,-1 0 0,0 0 0,-1-1 0,-2 0 0,0 0 0,-1 0 0,-1-1 0,0-23 0,-5-959 0,1 990 0,-1-1 0,0 1 0,-1 0 0,-1-1 0,0 2 0,-1-1 0,-9-17 0,5 11 0,2 0 0,-8-30 0,10 32 0,-1-1 0,-1 1 0,-9-19 0,7 18 0,1-1 0,-7-25 0,7 9 0,2-1 0,1 1 0,2-1 0,1-38 0,2 71 0,0-6 0,-1 1 0,1-1 0,1 0 0,0 0 0,1 0 0,0 1 0,0-1 0,1 0 0,0 1 0,0 0 0,8-14 0,0 6 0,1 1 0,1 0 0,0 1 0,30-27 0,-39 39 0,-1 0 0,0-1 0,0 1 0,0-1 0,0 0 0,-1 1 0,1-1 0,-1 0 0,0-1 0,-1 1 0,1 0 0,-1-1 0,1 1 0,0-6 0,-2 7 0,0 1 0,0 0 0,0-1 0,0 1 0,0 0 0,-1-1 0,1 1 0,-1 0 0,1 0 0,-1-1 0,0 1 0,0 0 0,0 0 0,0 0 0,0 0 0,-1 0 0,1 0 0,-1 0 0,1 0 0,-1 1 0,1-1 0,-1 1 0,0-1 0,0 1 0,0-1 0,0 1 0,0 0 0,-4-2 0,-8-2 0,-1 1 0,1 0 0,-1 1 0,-29-2 0,24 3 0,-35-9 0,22 3 0,-1 2 0,0 0 0,-41 0 0,-104 6 0,74 2 0,-367-2-1365,439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5:33:23.94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24575,'915'0'0,"-904"0"0,0 0 0,0 1 0,-1 1 0,1-1 0,0 1 0,-1 1 0,0 0 0,19 8 0,-26-9 0,0 0 0,0-1 0,-1 1 0,1 0 0,0 0 0,-1 1 0,0-1 0,1 1 0,-1-1 0,0 1 0,0 0 0,0-1 0,-1 1 0,1 0 0,0 0 0,-1 0 0,0 1 0,0-1 0,0 0 0,0 0 0,-1 1 0,1-1 0,-1 0 0,0 1 0,0-1 0,0 0 0,0 1 0,-1-1 0,1 0 0,-1 1 0,-2 4 0,1-1 0,-1 0 0,0 0 0,0-1 0,0 1 0,-1-1 0,0 0 0,-1 0 0,-4 5 0,4-6 0,1 0 0,0 0 0,0 1 0,1-1 0,-1 1 0,1-1 0,0 1 0,1 0 0,0 1 0,-4 11 0,3 27 0,1 0 0,4 53 0,1-7 0,-3 697 0,1-768 0,1 0 0,1-1 0,1 1 0,11 31 0,-8-29 0,-1 0 0,-2-1 0,5 39 0,-8 307 0,-3-176 0,3-158 0,-1-12 0,0 0 0,-1 0 0,0 0 0,-8 29 0,-37 120 0,37-136 0,4-17 0,1 0 0,-2 0 0,0-1 0,-16 28 0,-23 22 0,-86 97 0,39-53 0,69-85 0,-1-1 0,-50 40 0,35-36 0,25-19 0,1 1 0,1 0 0,-15 14 0,23-19 0,1-1 0,-1 0 0,1 1 0,0 0 0,0 0 0,1 0 0,-1 0 0,1 0 0,0 1 0,1-1 0,-1 1 0,1-1 0,-1 8 0,-1 64 0,5 78 0,1-31 0,-2-67 0,1-22 0,-2 0 0,-2 0 0,-9 54 0,0-25 0,10-49 0,-1-1 0,0 0 0,-1 0 0,-1 0 0,0 0 0,-1-1 0,0 1 0,-9 14 0,-37 45 0,29-44 0,2 2 0,1 0 0,-27 59 0,5-2 0,26-56 0,-19 52 0,28-63 0,1 0 0,1 1 0,-2 36 0,5 68 0,2-73 0,1-22 0,2 0 0,9 42 0,-9-53 0,2 0 0,1 0 0,0 0 0,2-1 0,11 21 0,-16-31 0,-3-7 0,9 16 0,-1 0 0,-1 1 0,0 0 0,7 31 0,-5 1 0,3 0 0,20 54 0,4-15 0,-9-25 0,-2 2 0,16 72 0,-29-92 0,30 71 0,-25-72 0,13 30 0,32 96 0,-56-150 0,0 0 0,1 0 0,2-1 0,0 0 0,1-1 0,14 20 0,-8-14 0,-2 0 0,-1 2 0,17 44 0,6 13 0,15 5 0,-20-37 0,-12-17 0,-7-13 0,0 0 0,26 32 0,3 5 0,-12-14 0,4 8 0,-30-43 0,2-1 0,0 0 0,0 0 0,1-1 0,0 0 0,0 0 0,1-1 0,0 0 0,10 8 0,-8-9 0,-1 1 0,0 0 0,0 1 0,-1 0 0,0 0 0,0 1 0,11 18 0,-7-10 0,21 25 0,-9-14 0,-2 0 0,-2 1 0,0 1 0,18 43 0,-36-71 0,53 87 0,-41-71 0,-1 0 0,-1 1 0,-1 0 0,-1 1 0,-1 1 0,8 26 0,-2 12 0,-4-22 0,-2 0 0,-1 1 0,-2 0 0,0 42 0,-6-37 0,-2 1 0,-13 69 0,10-91 0,-10 34 0,11-48 0,0 1 0,0-2 0,-1 1 0,0 0 0,0-1 0,-10 11 0,5-7 0,-7 8 0,-23 35 0,36-49 0,0 0 0,1 0 0,0 0 0,1 0 0,-1 0 0,1 1 0,0-1 0,1 1 0,-1 0 0,1-1 0,0 11 0,2-13 0,0 0 0,0 0 0,0 0 0,0 0 0,0 0 0,1 0 0,0 0 0,0-1 0,0 1 0,0-1 0,0 1 0,1-1 0,0 0 0,0 0 0,-1 0 0,2-1 0,-1 1 0,0-1 0,0 1 0,1-1 0,-1 0 0,1 0 0,0-1 0,5 3 0,5 1 0,0 0 0,1-1 0,-1 0 0,1-2 0,21 3 0,29-2 0,-42-3 0,-1 1 0,1 0 0,0 2 0,-1 1 0,28 9 0,-8 0 0,60 9 0,-60-14 0,65 21 0,0 16 0,5 2 0,-95-42 0,1-1 0,-1 0 0,1-1 0,0-1 0,20 0 0,92-6 0,-99 0 0,0-1 0,-1-2 0,0 0 0,0-2 0,-1-2 0,0 0 0,37-22 0,-52 25 0,0-2 0,14-11 0,-16 12 0,0 0 0,0 1 0,21-11 0,-22 14 0,0 0 0,-1-1 0,15-10 0,-20 12 0,-2 1 0,1-1 0,0 0 0,-1 0 0,0 0 0,1 0 0,-2 0 0,1-1 0,0 1 0,2-9 0,21-49 0,-9 22 0,12-42 0,-15 39 0,22-45 0,-21 54 0,-1 0 0,17-67 0,-28 83 0,0 1 0,2 0 0,0 0 0,1 0 0,1 1 0,0-1 0,2 2 0,-1-1 0,22-27 0,37-39 0,37-43 0,-64 77 0,46-73 0,-7 9 0,-64 90 0,22-42 0,1-4 0,-34 63 0,-1 1 0,1 0 0,-1 0 0,1 0 0,0 0 0,1 1 0,-1-1 0,1 1 0,-1 0 0,1 0 0,0 1 0,0 0 0,0 0 0,0 0 0,1 0 0,-1 1 0,8-2 0,7 1 0,0 1 0,0 1 0,30 2 0,-9 1 0,8-3 0,-27-1 0,0 1 0,-1 2 0,36 6 0,-50-7 0,0 1 0,0 1 0,0-1 0,-1 1 0,1 0 0,-1 1 0,0-1 0,0 1 0,0 1 0,-1-1 0,0 1 0,1 0 0,-1 0 0,-1 0 0,6 8 0,9 14 0,-1 0 0,-2 1 0,-1 1 0,17 44 0,-16-20 0,-2 1 0,-3 1 0,-2 0 0,-2 0 0,-3 0 0,-4 79 0,-2-85 0,0 102 0,3-130 0,1 0 0,1 0 0,1 0 0,13 40 0,-5-34 0,2-2 0,0 1 0,35 43 0,-43-60 0,11 12 0,1-2 0,1-1 0,41 33 0,-10-9 0,-23-20 0,1-2 0,1-1 0,1-1 0,0-2 0,63 25 0,-52-23 0,-21-9 0,1 0 0,0-1 0,0-2 0,33 7 0,64 3 0,1-6 0,169-6 0,-239-9 0,0-3 0,82-23 0,-110 26 0,27-9 0,3 1 0,58-10 0,256-40 0,7 10 0,-325 48 0,245-4 0,-96 8 0,-99-8 0,109-24 0,19-2 0,-164 28 0,129-9 0,-104 12 0,0-4 0,0-3 0,156-42 0,-72-3 0,144-33 0,-305 86 0,0 0 0,0-1 0,0 0 0,-1-1 0,0 0 0,0 0 0,0 0 0,-1-1 0,1-1 0,-1 1 0,-1-1 0,1 0 0,8-13 0,-7 10 0,0 0 0,1 1 0,14-11 0,11-13 0,-2 3 0,1 0 0,67-45 0,-92 69 0,18-15 0,-1-1 0,37-41 0,14-13 0,228-189 0,-283 247 0,1 1 0,1 2 0,38-20 0,76-27 0,-73 35 0,-59 25-80,0-1 0,-1 1-1,1-1 1,-1 0 0,1 0-1,-1 0 1,0 0 0,-1-1-1,1 0 1,0 0 0,-1 0 0,0 0-1,0 0 1,0-1 0,-1 1-1,5-11 1,0-4-6746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5:39:42.15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69E08D-2488-B68B-BD40-3805BBEEC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648EA53-2D57-2CCF-6B3B-C684BBAB9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F1114AF-2AC5-D00B-B949-033879E2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EA29CC-8916-4E63-41C5-7AF79344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1E0A834-C055-0861-12AA-F5E7DFE5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254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3F3088-6603-7DFA-6281-D07CE00E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F1C82E1-B77B-28B4-0E4E-4AFD971BA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BB635F-3D16-A2E6-953D-7987F6D9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91E000B-C325-E95C-201A-73B12114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30031F-7A58-9C3B-3A4E-B7BC8666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8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F23E35-674D-35E4-8831-C5998E886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6283781-84DF-9A66-80A4-8783F393C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A434F39-647E-DD82-5355-15F7EC6E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475016-80BD-386D-EBB4-E0927C84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550C72-87EC-167D-CEC2-98342E67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143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D25613-BB56-709D-07F3-43952C4BD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9ADCC9-561C-F813-C3F7-8A1450F5D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C654A13-6C7F-095A-BBAA-749B3D824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B68270-92D6-DA67-B212-99D30601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9C8107C-686E-D3B7-81D7-336F37E2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6B0C425-1B06-8D17-1ECF-69E0EFAE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272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364867-18C2-23C2-1AC3-FB5DF157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87331D2-3C3B-51DC-1B29-3F726459E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871787E-B988-B59C-F98F-49E416762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9D3E05D-0035-803E-3A3E-72619B6C4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665C81F-F434-FF0C-7E2F-25A7CD98F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054C144-E11C-204A-FC04-D5D86B39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3644DBC-05E2-238B-50A6-9716ABC4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4541254-C60F-903A-C536-BE5286E3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39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E5C232-F833-2A86-FA9C-2FE3C8F7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E200DBE-80BE-7131-64FD-3C35EAFD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9D6ADC1-4F1C-8726-CEB8-020697E2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F27D9E7-8CB4-3C57-34FD-076573A0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595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A45EA9E-7534-FE0D-05CF-4C5AFB4F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D960FCF-97FD-A48A-0890-831E635BE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BD38C66-383F-1CCC-2B58-217C377E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244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68D3ED-19D2-E851-F9F3-68CF60097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2FFDC6-8BCB-313A-3EB4-07CEB83D1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5969053-8192-E800-6960-5A352DE0A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5AC5C91-C15B-BFEF-2F02-FDC62D0F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57A24C9-93DB-C0E5-4D64-28E76B86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75FED52-EC6A-BF0D-C17E-80027D55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130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31AB8B-9D60-5C9C-8C8B-F9E5794E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BEEF587-B8D8-EF3C-2002-E729D983F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EEC8631-1698-5BEE-2770-7119984B6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FB87CF0-E689-F0F5-F4AA-5BAB172B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BA8770F-DD19-223B-90BF-83CCF696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229CBDF-5403-7402-FF21-5F8A59CD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214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951B903-4AA3-7D73-BD54-E2492050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016A68E-0124-8EDC-6B12-83C544ADF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8F832FF-74FF-C8CF-4A14-EBEEF2A5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365321B-4633-9854-AE24-B85B9089D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C10C65-FFEB-7AD5-7C95-8621E268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971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EAD68F7-C34D-D132-CE9F-FF4BE0D98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EE8698A-5011-8044-8287-368D3C6D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ED6C941-EEE9-8E4E-0EA7-24895B3E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A76E5CE-B48A-08D6-81FC-10C8E412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F9BAC8-3237-C67D-D580-A2DCDD2E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359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04CAFE8-E3AF-99F4-3B2F-9A82A0D0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D8C3801-61D2-E462-C1F0-D7F758385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BD5768-EFE7-0A06-5AB9-FD0CE0D97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1A207-57B1-4891-9722-D20FE5C14B5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CFE696-F1CB-C826-2C84-E7F9E8486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0053D5D-AC83-D9C2-849A-9D9CC0DE1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6F84B-C5EA-490C-A224-1562AA60B5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140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8AA03F-F820-AC89-F330-F10A86B58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94D510D-E713-40C9-438C-BBEFC2F82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4082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73534E-B077-014F-C772-555179EA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20D32F99-742A-4C35-D347-BF5628DB4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719" y="44470"/>
            <a:ext cx="11533826" cy="294953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DDE41BFD-0487-B2AC-19EB-0430B0A5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16" y="3314660"/>
            <a:ext cx="11162209" cy="30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B72E50-058E-6C58-2774-BDBA50098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15D517-0255-0149-8487-7CAC7311A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דיו 3">
                <a:extLst>
                  <a:ext uri="{FF2B5EF4-FFF2-40B4-BE49-F238E27FC236}">
                    <a16:creationId xmlns:a16="http://schemas.microsoft.com/office/drawing/2014/main" id="{7A81AA1E-BAB3-B126-3BB4-2367B0C8364C}"/>
                  </a:ext>
                </a:extLst>
              </p14:cNvPr>
              <p14:cNvContentPartPr/>
              <p14:nvPr/>
            </p14:nvContentPartPr>
            <p14:xfrm>
              <a:off x="9335664" y="3337344"/>
              <a:ext cx="360" cy="360"/>
            </p14:xfrm>
          </p:contentPart>
        </mc:Choice>
        <mc:Fallback>
          <p:pic>
            <p:nvPicPr>
              <p:cNvPr id="4" name="דיו 3">
                <a:extLst>
                  <a:ext uri="{FF2B5EF4-FFF2-40B4-BE49-F238E27FC236}">
                    <a16:creationId xmlns:a16="http://schemas.microsoft.com/office/drawing/2014/main" id="{7A81AA1E-BAB3-B126-3BB4-2367B0C836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9544" y="333122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תמונה 5">
            <a:extLst>
              <a:ext uri="{FF2B5EF4-FFF2-40B4-BE49-F238E27FC236}">
                <a16:creationId xmlns:a16="http://schemas.microsoft.com/office/drawing/2014/main" id="{ECFB1B16-9E23-8AB8-E921-4D1ED4716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66" y="0"/>
            <a:ext cx="10993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072591DF-C4A6-9766-F5D5-3DE75EDBD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57200"/>
            <a:ext cx="12395358" cy="55927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דיו 5">
                <a:extLst>
                  <a:ext uri="{FF2B5EF4-FFF2-40B4-BE49-F238E27FC236}">
                    <a16:creationId xmlns:a16="http://schemas.microsoft.com/office/drawing/2014/main" id="{6740EFF9-0D71-5578-38EC-D99C1BD2FB1B}"/>
                  </a:ext>
                </a:extLst>
              </p14:cNvPr>
              <p14:cNvContentPartPr/>
              <p14:nvPr/>
            </p14:nvContentPartPr>
            <p14:xfrm>
              <a:off x="4428767" y="1088906"/>
              <a:ext cx="1544040" cy="5001120"/>
            </p14:xfrm>
          </p:contentPart>
        </mc:Choice>
        <mc:Fallback>
          <p:pic>
            <p:nvPicPr>
              <p:cNvPr id="6" name="דיו 5">
                <a:extLst>
                  <a:ext uri="{FF2B5EF4-FFF2-40B4-BE49-F238E27FC236}">
                    <a16:creationId xmlns:a16="http://schemas.microsoft.com/office/drawing/2014/main" id="{6740EFF9-0D71-5578-38EC-D99C1BD2FB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047" y="1070186"/>
                <a:ext cx="1581840" cy="50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דיו 8">
                <a:extLst>
                  <a:ext uri="{FF2B5EF4-FFF2-40B4-BE49-F238E27FC236}">
                    <a16:creationId xmlns:a16="http://schemas.microsoft.com/office/drawing/2014/main" id="{9B4BD2A6-8E9C-5D56-2685-ABDF58DB7312}"/>
                  </a:ext>
                </a:extLst>
              </p14:cNvPr>
              <p14:cNvContentPartPr/>
              <p14:nvPr/>
            </p14:nvContentPartPr>
            <p14:xfrm>
              <a:off x="4412567" y="1128866"/>
              <a:ext cx="429840" cy="24480"/>
            </p14:xfrm>
          </p:contentPart>
        </mc:Choice>
        <mc:Fallback>
          <p:pic>
            <p:nvPicPr>
              <p:cNvPr id="9" name="דיו 8">
                <a:extLst>
                  <a:ext uri="{FF2B5EF4-FFF2-40B4-BE49-F238E27FC236}">
                    <a16:creationId xmlns:a16="http://schemas.microsoft.com/office/drawing/2014/main" id="{9B4BD2A6-8E9C-5D56-2685-ABDF58DB73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6447" y="712706"/>
                <a:ext cx="442080" cy="85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דיו 9">
                <a:extLst>
                  <a:ext uri="{FF2B5EF4-FFF2-40B4-BE49-F238E27FC236}">
                    <a16:creationId xmlns:a16="http://schemas.microsoft.com/office/drawing/2014/main" id="{FDF47F84-DFDF-F233-7F1A-F22B7D1B9B35}"/>
                  </a:ext>
                </a:extLst>
              </p14:cNvPr>
              <p14:cNvContentPartPr/>
              <p14:nvPr/>
            </p14:nvContentPartPr>
            <p14:xfrm>
              <a:off x="3691127" y="1112306"/>
              <a:ext cx="2209680" cy="4462200"/>
            </p14:xfrm>
          </p:contentPart>
        </mc:Choice>
        <mc:Fallback>
          <p:pic>
            <p:nvPicPr>
              <p:cNvPr id="10" name="דיו 9">
                <a:extLst>
                  <a:ext uri="{FF2B5EF4-FFF2-40B4-BE49-F238E27FC236}">
                    <a16:creationId xmlns:a16="http://schemas.microsoft.com/office/drawing/2014/main" id="{FDF47F84-DFDF-F233-7F1A-F22B7D1B9B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72407" y="1093226"/>
                <a:ext cx="2247480" cy="45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דיו 11">
                <a:extLst>
                  <a:ext uri="{FF2B5EF4-FFF2-40B4-BE49-F238E27FC236}">
                    <a16:creationId xmlns:a16="http://schemas.microsoft.com/office/drawing/2014/main" id="{C58D5829-C8CD-F257-434A-95F52617645F}"/>
                  </a:ext>
                </a:extLst>
              </p14:cNvPr>
              <p14:cNvContentPartPr/>
              <p14:nvPr/>
            </p14:nvContentPartPr>
            <p14:xfrm>
              <a:off x="4416624" y="1143144"/>
              <a:ext cx="3755520" cy="3211560"/>
            </p14:xfrm>
          </p:contentPart>
        </mc:Choice>
        <mc:Fallback>
          <p:pic>
            <p:nvPicPr>
              <p:cNvPr id="12" name="דיו 11">
                <a:extLst>
                  <a:ext uri="{FF2B5EF4-FFF2-40B4-BE49-F238E27FC236}">
                    <a16:creationId xmlns:a16="http://schemas.microsoft.com/office/drawing/2014/main" id="{C58D5829-C8CD-F257-434A-95F5261764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10504" y="1137024"/>
                <a:ext cx="3767760" cy="32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דיו 12">
                <a:extLst>
                  <a:ext uri="{FF2B5EF4-FFF2-40B4-BE49-F238E27FC236}">
                    <a16:creationId xmlns:a16="http://schemas.microsoft.com/office/drawing/2014/main" id="{DC8BFA17-7380-71B8-F557-8A3D5C44E646}"/>
                  </a:ext>
                </a:extLst>
              </p14:cNvPr>
              <p14:cNvContentPartPr/>
              <p14:nvPr/>
            </p14:nvContentPartPr>
            <p14:xfrm>
              <a:off x="10040184" y="3318984"/>
              <a:ext cx="360" cy="360"/>
            </p14:xfrm>
          </p:contentPart>
        </mc:Choice>
        <mc:Fallback>
          <p:pic>
            <p:nvPicPr>
              <p:cNvPr id="13" name="דיו 12">
                <a:extLst>
                  <a:ext uri="{FF2B5EF4-FFF2-40B4-BE49-F238E27FC236}">
                    <a16:creationId xmlns:a16="http://schemas.microsoft.com/office/drawing/2014/main" id="{DC8BFA17-7380-71B8-F557-8A3D5C44E64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34064" y="331286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05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</TotalTime>
  <Words>0</Words>
  <Application>Microsoft Office PowerPoint</Application>
  <PresentationFormat>מסך רחב</PresentationFormat>
  <Paragraphs>0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Rony Schwartz</dc:creator>
  <cp:lastModifiedBy>Rony Schwartz</cp:lastModifiedBy>
  <cp:revision>1</cp:revision>
  <dcterms:created xsi:type="dcterms:W3CDTF">2026-07-20T13:04:06Z</dcterms:created>
  <dcterms:modified xsi:type="dcterms:W3CDTF">2026-07-22T12:10:07Z</dcterms:modified>
</cp:coreProperties>
</file>